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Shield Kenya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Safeguarding Agriculture and Education from AI Harm</a:t>
            </a:r>
          </a:p>
          <a:p>
            <a:r>
              <a:t>Multilingual Safety Toolkit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endParaRPr/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Global AI safety tools are predominantly trained on English datasets and Western contexts. This creates a critical safety gap in Kenya, where:</a:t>
            </a:r>
          </a:p>
          <a:p>
            <a:pPr>
              <a:defRPr sz="1800"/>
            </a:pPr>
            <a:r>
              <a:rPr b="1"/>
              <a:t>Language Barriers:</a:t>
            </a:r>
            <a:r>
              <a:t> Harmful content in Swahili or mixed "Sheng" often bypasses standard filters.</a:t>
            </a:r>
          </a:p>
          <a:p>
            <a:pPr>
              <a:defRPr sz="1800"/>
            </a:pPr>
            <a:r>
              <a:rPr b="1"/>
              <a:t>Domain Specificity:</a:t>
            </a:r>
            <a:r>
              <a:t> Agricultural misinformation (e.g., dangerous pesticide use) or educational fraud can have devastating real-world consequences.</a:t>
            </a:r>
          </a:p>
          <a:p>
            <a:pPr>
              <a:defRPr sz="1800"/>
            </a:pPr>
            <a:r>
              <a:rPr b="1"/>
              <a:t>Infrastructure Constraints:</a:t>
            </a:r>
            <a:r>
              <a:t> Many target users rely on basic hardware with limited or no internet access, making heavy cloud-based safety APIs impractical.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Technical Solution: The SIR Model Approach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The core innovation of AI Shield Kenya is the adaptation of the </a:t>
            </a:r>
            <a:r>
              <a:rPr b="1"/>
              <a:t>SIR (Susceptible-Infected-Recovered)</a:t>
            </a:r>
            <a:r>
              <a:t> model from epidemiology to text analysis.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Focus: 3.1 Mathematical Framework</a:t>
            </a:r>
          </a:p>
          <a:p>
            <a:pPr>
              <a:defRPr sz="1800"/>
            </a:pPr>
            <a:r>
              <a:t>Instead of modeling a virus in a population, the toolkit models the "infection" of a conversation by harmful content:</a:t>
            </a:r>
          </a:p>
          <a:p>
            <a:pPr>
              <a:defRPr sz="1800"/>
            </a:pPr>
            <a:r>
              <a:rPr b="1"/>
              <a:t>Susceptible (S):</a:t>
            </a:r>
            <a:r>
              <a:t> Content or context not yet exposed to harm.</a:t>
            </a:r>
          </a:p>
          <a:p>
            <a:pPr>
              <a:defRPr sz="1800"/>
            </a:pPr>
            <a:r>
              <a:rPr b="1"/>
              <a:t>Infected (I):</a:t>
            </a:r>
            <a:r>
              <a:t> Actively harmful, fraudulent, or toxic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Technical Solution: The SIR Model Approach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rPr b="1"/>
              <a:t>Recovered (R):</a:t>
            </a:r>
            <a:r>
              <a:t> Content that has been corrected, neutralized, or flagged as safe.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Focus: 3.2 Key Parameters</a:t>
            </a:r>
          </a:p>
          <a:p>
            <a:pPr>
              <a:defRPr sz="1800"/>
            </a:pPr>
            <a:r>
              <a:t>The model uses three primary variables to calculate risk:</a:t>
            </a:r>
          </a:p>
          <a:p>
            <a:pPr>
              <a:defRPr sz="1800"/>
            </a:pPr>
            <a:r>
              <a:rPr b="1"/>
              <a:t>\beta (Beta) - Transmission Rate:</a:t>
            </a:r>
            <a:r>
              <a:t> The probability that harm propagates through the interaction. Higher for toxicity and fraud.</a:t>
            </a:r>
          </a:p>
          <a:p>
            <a:pPr>
              <a:defRPr sz="1800"/>
            </a:pPr>
            <a:r>
              <a:rPr b="1"/>
              <a:t>\gamma (Gamma) - Recovery Rate:</a:t>
            </a:r>
            <a:r>
              <a:t> The probability that the content is corrected. Lower for persistent misinformation.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Technical Solution: The SIR Model Approach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rPr b="1"/>
              <a:t>N (Population) - Context Complexity:</a:t>
            </a:r>
            <a:r>
              <a:t> Based on prompt length and domain (Agriculture vs. Education).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Focus: 3.3 Risk Scoring Mechanism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rPr b="1"/>
              <a:t>Multilingual Support:</a:t>
            </a:r>
            <a:r>
              <a:t> Specifically tuned for Swahili and English, capturing local nuances and dialect variations.</a:t>
            </a:r>
          </a:p>
          <a:p>
            <a:pPr>
              <a:defRPr sz="1800"/>
            </a:pPr>
            <a:r>
              <a:rPr b="1"/>
              <a:t>Domain Expertise:</a:t>
            </a:r>
            <a:r>
              <a:t> Tailored knowledge bases for Kenyan agriculture (crop diseases, fertilizer scams) and education (CBC curriculum).</a:t>
            </a:r>
          </a:p>
          <a:p>
            <a:pPr>
              <a:defRPr sz="1800"/>
            </a:pPr>
            <a:r>
              <a:rPr b="1"/>
              <a:t>Interpretability:</a:t>
            </a:r>
            <a:r>
              <a:t> Because it is based on differential equations, the "why" behind a risk score can be mathematically explained, unlike neural networks.</a:t>
            </a:r>
          </a:p>
          <a:p>
            <a:pPr>
              <a:defRPr sz="1800"/>
            </a:pPr>
            <a:r>
              <a:rPr b="1"/>
              <a:t>Resource Efficiency:</a:t>
            </a:r>
            <a:r>
              <a:t> The toolkit is minimal and runs entirely offline on basic laptops, ensuring accessibility.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Performance and Evaluation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1800"/>
            </a:pPr>
            <a:r>
              <a:rPr dirty="0"/>
              <a:t>The system was evaluated using a dataset of 200 real-world Kenyan prompts across agriculture and education domains.</a:t>
            </a:r>
            <a:endParaRPr lang="en-US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Key Focus: 5.1 Results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Key Focus: 5.2 Conclusion from Data</a:t>
            </a:r>
          </a:p>
          <a:p>
            <a:pPr>
              <a:defRPr sz="1800"/>
            </a:pPr>
            <a:r>
              <a:rPr dirty="0"/>
              <a:t>The results demonstrate that domain-specific, mathematically grounded tools significantly outperform general-purpose safety models in localized contexts.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267799"/>
              </p:ext>
            </p:extLst>
          </p:nvPr>
        </p:nvGraphicFramePr>
        <p:xfrm>
          <a:off x="800100" y="301752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Global Baseline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Shield Kenya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b="1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+193%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b="1"/>
                        <a:t>Detection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+54%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Performance and Evaluation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endParaRPr/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Practical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The toolkit can be integrated into:</a:t>
            </a:r>
          </a:p>
          <a:p>
            <a:pPr>
              <a:defRPr sz="1800"/>
            </a:pPr>
            <a:r>
              <a:rPr b="1"/>
              <a:t>Local LLM Deployments:</a:t>
            </a:r>
            <a:r>
              <a:t> Acting as a safety layer for offline AI assistants in rural areas.</a:t>
            </a:r>
          </a:p>
          <a:p>
            <a:pPr>
              <a:defRPr sz="1800"/>
            </a:pPr>
            <a:r>
              <a:rPr b="1"/>
              <a:t>Educational Platforms:</a:t>
            </a:r>
            <a:r>
              <a:t> Filtering content for students using AI for CBC learning.</a:t>
            </a:r>
          </a:p>
          <a:p>
            <a:pPr>
              <a:defRPr sz="1800"/>
            </a:pPr>
            <a:r>
              <a:rPr b="1"/>
              <a:t>Agri-Tech Apps:</a:t>
            </a:r>
            <a:r>
              <a:t> Ensuring that AI-driven farming advice is safe and verified.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rPr b="1"/>
              <a:t>Expansion of Languages:</a:t>
            </a:r>
            <a:r>
              <a:t> Adding more local Kenyan languages (e.g., Gikuyu, Luo, Luhya).</a:t>
            </a:r>
          </a:p>
          <a:p>
            <a:pPr>
              <a:defRPr sz="1800"/>
            </a:pPr>
            <a:r>
              <a:rPr b="1"/>
              <a:t>Real-time Adaptation:</a:t>
            </a:r>
            <a:r>
              <a:t> Implementing a feedback loop where corrected prompts automatically update the recovery rate (\gamma).</a:t>
            </a:r>
          </a:p>
          <a:p>
            <a:pPr>
              <a:defRPr sz="1800"/>
            </a:pPr>
            <a:r>
              <a:rPr b="1"/>
              <a:t>Community Integration:</a:t>
            </a:r>
            <a:r>
              <a:t> Partnering with local agricultural extensions to expand the harm knowledge 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616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 Shield Kenya</vt:lpstr>
      <vt:lpstr>1. Executive Summary</vt:lpstr>
      <vt:lpstr>2. Problem Statement</vt:lpstr>
      <vt:lpstr>3. Technical Solution: The SIR Model Approach (1/3)</vt:lpstr>
      <vt:lpstr>3. Technical Solution: The SIR Model Approach (2/3)</vt:lpstr>
      <vt:lpstr>3. Technical Solution: The SIR Model Approach (3/3)</vt:lpstr>
      <vt:lpstr>4. Key Features</vt:lpstr>
      <vt:lpstr>5. Performance and Evaluation (1/2)</vt:lpstr>
      <vt:lpstr>5. Performance and Evaluation (2/2)</vt:lpstr>
      <vt:lpstr>6. Practical Application</vt:lpstr>
      <vt:lpstr>7. Future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Timothy Makori</cp:lastModifiedBy>
  <cp:revision>2</cp:revision>
  <dcterms:created xsi:type="dcterms:W3CDTF">2013-01-27T09:14:16Z</dcterms:created>
  <dcterms:modified xsi:type="dcterms:W3CDTF">2026-06-25T03:06:55Z</dcterms:modified>
  <cp:category/>
</cp:coreProperties>
</file>